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00"/>
    <p:restoredTop sz="94586"/>
  </p:normalViewPr>
  <p:slideViewPr>
    <p:cSldViewPr snapToGrid="0">
      <p:cViewPr varScale="1">
        <p:scale>
          <a:sx n="206" d="100"/>
          <a:sy n="206" d="100"/>
        </p:scale>
        <p:origin x="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5824F-B4DE-CC75-3FA2-9990682AA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F114D-0C50-D68A-F3A0-931A448E0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/>
              <a:t>Click to edit Master subtitle style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18D58-B38C-CF03-F1CB-C3A5A5AF6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D7D-B37C-CA4A-A2EE-201D0A637C42}" type="datetimeFigureOut">
              <a:rPr kumimoji="1" lang="zh-CN" altLang="en-US" smtClean="0"/>
              <a:t>2026/7/8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CA935-171C-DDCD-4B02-AF4F2638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A9B9A-C634-CEF2-8230-F24C0E57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82B69-835F-8949-BB76-4975F444EA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6122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55829-7699-9428-ADD4-12AF46C85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C2E5A-5C26-40D5-AC85-0FF78449A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6B5AA-3961-8325-B929-5135B2E77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D7D-B37C-CA4A-A2EE-201D0A637C42}" type="datetimeFigureOut">
              <a:rPr kumimoji="1" lang="zh-CN" altLang="en-US" smtClean="0"/>
              <a:t>2026/7/8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5B07F-A021-5E18-144C-B6507C74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B23F5-B874-BAD2-BAF8-7BA1CCE62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82B69-835F-8949-BB76-4975F444EA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811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95472-8098-7C67-4501-24C21467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8B455-B529-48A1-0849-872313D32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23E16-0635-FC79-D2FC-B76313D44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D7D-B37C-CA4A-A2EE-201D0A637C42}" type="datetimeFigureOut">
              <a:rPr kumimoji="1" lang="zh-CN" altLang="en-US" smtClean="0"/>
              <a:t>2026/7/8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9C5B0-2EB9-ACA8-ABF6-32EB670D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E2872-353A-491E-F83B-3BAA6611E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82B69-835F-8949-BB76-4975F444EA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7241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D6A4-B06D-20AD-1FF3-F29D72BFB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3135E-2B22-E304-0A38-5B0FA6B90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6D5FB-05D2-A551-D759-5FCC73B8E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41698-E229-A63D-7079-88538156D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D7D-B37C-CA4A-A2EE-201D0A637C42}" type="datetimeFigureOut">
              <a:rPr kumimoji="1" lang="zh-CN" altLang="en-US" smtClean="0"/>
              <a:t>2026/7/8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484DD-EB38-627F-552E-8ED9E0A5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98302-0905-B299-D604-F0BCAB5C6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82B69-835F-8949-BB76-4975F444EA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70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FCC89-56C1-6A09-B5D4-D15D532AB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353EB-61EC-7E99-8973-D66EBFB98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848BB-0163-2F9C-ECF6-BF22B253E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61DCF6-7FA9-3D57-4079-C8C67E58EF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408E1-1815-9F6F-FB86-30155CF65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D8E411-41FE-6ECF-2A47-FA572445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D7D-B37C-CA4A-A2EE-201D0A637C42}" type="datetimeFigureOut">
              <a:rPr kumimoji="1" lang="zh-CN" altLang="en-US" smtClean="0"/>
              <a:t>2026/7/8</a:t>
            </a:fld>
            <a:endParaRPr kumimoji="1"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1303A5-88CC-CB91-C87A-8B0C8A5F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48FB5A-F33D-9293-4F80-AEEA10FB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82B69-835F-8949-BB76-4975F444EA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776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5C6F0-DC6D-30D3-53E6-FE36D2452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BC93A4-FF84-37E0-BB5F-5EF0A674D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D7D-B37C-CA4A-A2EE-201D0A637C42}" type="datetimeFigureOut">
              <a:rPr kumimoji="1" lang="zh-CN" altLang="en-US" smtClean="0"/>
              <a:t>2026/7/8</a:t>
            </a:fld>
            <a:endParaRPr kumimoji="1"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4462EA-B1B8-4119-27C1-02B436B2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9D4EA5-7DC0-0470-199B-C2BDEBFA4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82B69-835F-8949-BB76-4975F444EA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665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AA2033-410E-B8C5-CEAD-2C3DEA2C3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D7D-B37C-CA4A-A2EE-201D0A637C42}" type="datetimeFigureOut">
              <a:rPr kumimoji="1" lang="zh-CN" altLang="en-US" smtClean="0"/>
              <a:t>2026/7/8</a:t>
            </a:fld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488608-3988-A643-B33F-8AE03D184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60ECB-1BB7-72C5-7995-7A43DA153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82B69-835F-8949-BB76-4975F444EA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1294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2AD8F-5D58-0E27-859B-150349AE6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E2912-1590-35FB-E535-3304E0682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8FC6B-F5A8-7413-5A9A-20DB17131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50D7B-EE86-23D4-8CA7-C21DA65E3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D7D-B37C-CA4A-A2EE-201D0A637C42}" type="datetimeFigureOut">
              <a:rPr kumimoji="1" lang="zh-CN" altLang="en-US" smtClean="0"/>
              <a:t>2026/7/8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968D1-A860-DAB6-F824-03C0A67B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118B5-3200-AC98-29B5-29B470C03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82B69-835F-8949-BB76-4975F444EA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711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C5E2-DBF7-EF8C-FF1F-3644A3E72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1E8F7-62DC-1E7A-EA8C-F0A70D18C6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3E2D7-B761-74BA-0CCC-97ABF4DEC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48082-BFE4-B4CE-1EB8-7A525B6AE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D7D-B37C-CA4A-A2EE-201D0A637C42}" type="datetimeFigureOut">
              <a:rPr kumimoji="1" lang="zh-CN" altLang="en-US" smtClean="0"/>
              <a:t>2026/7/8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EB37E-8DF9-623F-D74E-BE8325247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B3051-70CD-9020-53E8-517CCB61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82B69-835F-8949-BB76-4975F444EA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2118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20E86-2D16-29D1-DE6C-1A8ACD65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856EB-6B9E-0A5D-4E9D-ECB54B1AC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73DB6-A7EE-10EC-7AF8-C8D8E08ED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D7D-B37C-CA4A-A2EE-201D0A637C42}" type="datetimeFigureOut">
              <a:rPr kumimoji="1" lang="zh-CN" altLang="en-US" smtClean="0"/>
              <a:t>2026/7/8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D8249-7209-428E-B150-0C972754D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19F26-316E-A925-0E35-3602AF2D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82B69-835F-8949-BB76-4975F444EA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8036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2043B4-A228-4554-0B7C-B0DC969F4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18451-372C-D627-CA20-C0B6EED44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72724-F7AB-D3D4-C6D4-5D9A67DA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D7D-B37C-CA4A-A2EE-201D0A637C42}" type="datetimeFigureOut">
              <a:rPr kumimoji="1" lang="zh-CN" altLang="en-US" smtClean="0"/>
              <a:t>2026/7/8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362AA-CC87-ED02-4935-21A990D9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51843-2259-03E5-5FE8-3778CF4A5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82B69-835F-8949-BB76-4975F444EA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9831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238B0C-E54E-B815-C861-93F219CBD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0EEFA-D08E-4BC3-AD5A-704BD256F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3612E-80A4-DC87-227E-C4A1C3B19E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72BD7D-B37C-CA4A-A2EE-201D0A637C42}" type="datetimeFigureOut">
              <a:rPr kumimoji="1" lang="zh-CN" altLang="en-US" smtClean="0"/>
              <a:t>2026/7/8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7E611-EF4C-0AED-8631-EA8CFB154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AB1D6-D162-BF74-BB3C-28044E241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382B69-835F-8949-BB76-4975F444EA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351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in a dark space&#10;&#10;Description automatically generated">
            <a:extLst>
              <a:ext uri="{FF2B5EF4-FFF2-40B4-BE49-F238E27FC236}">
                <a16:creationId xmlns:a16="http://schemas.microsoft.com/office/drawing/2014/main" id="{924504E2-82A5-13BC-E7CE-0A650C7E0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660" y="1740645"/>
            <a:ext cx="7772400" cy="310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443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BF3323-189C-23C5-898B-F4665BC6F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in a field of blue dots&#10;&#10;Description automatically generated">
            <a:extLst>
              <a:ext uri="{FF2B5EF4-FFF2-40B4-BE49-F238E27FC236}">
                <a16:creationId xmlns:a16="http://schemas.microsoft.com/office/drawing/2014/main" id="{31D02FDC-3F7F-CD6E-8FC1-910D6E1A3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89" y="1549114"/>
            <a:ext cx="7772400" cy="310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18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Xiaomin Li</dc:creator>
  <cp:lastModifiedBy>Xiaomin Li</cp:lastModifiedBy>
  <cp:revision>1</cp:revision>
  <dcterms:created xsi:type="dcterms:W3CDTF">2026-07-09T01:53:42Z</dcterms:created>
  <dcterms:modified xsi:type="dcterms:W3CDTF">2026-07-09T02:05:39Z</dcterms:modified>
</cp:coreProperties>
</file>